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컨셉: 내 아침을 블록처럼 조립하다</a:t>
            </a:r>
          </a:p>
          <a:p>
            <a:r>
              <a:t>한 문장 소개</a:t>
            </a:r>
          </a:p>
          <a:p>
            <a:r>
              <a:t>직장인이 원하는 시간과 순서로 모듈을 조합하고, 음성으로 따라가는 모닝 루틴 앱.</a:t>
            </a:r>
          </a:p>
          <a:p/>
          <a:p>
            <a:r>
              <a:t>목표 경험</a:t>
            </a:r>
          </a:p>
          <a:p>
            <a:r>
              <a:t>예약 모닝콜 → 알림 터치 → 저장한 루틴 실행 → 화면을 오래 보지 않고 듣기 → 완료 기록.</a:t>
            </a:r>
          </a:p>
          <a:p/>
          <a:p>
            <a:r>
              <a:t>서비스 톤</a:t>
            </a:r>
          </a:p>
          <a:p>
            <a:r>
              <a:t>파스텔 색상과 블로키 캐릭터, 반원 다이얼로 부담 없이 작은 아침 습관을 시작한다.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기획 의도: 바쁜 아침에 선택과 화면 조작을 줄이기</a:t>
            </a:r>
          </a:p>
          <a:p>
            <a:r>
              <a:t>문제 가설</a:t>
            </a:r>
          </a:p>
          <a:p>
            <a:r>
              <a:t>출근 준비 중 뉴스·학습·운동 앱을 오가면 흐름이 끊기고, 정해진 긴 루틴은 지속하기 어렵다.</a:t>
            </a:r>
          </a:p>
          <a:p/>
          <a:p>
            <a:r>
              <a:t>설계 방향</a:t>
            </a:r>
          </a:p>
          <a:p>
            <a:r>
              <a:t>스트레칭·뉴스·외국어·명상·팟캐스트의 시간과 순서를 사용자가 조절한다. 낭독 모듈도 편집 화면에서 추가할 수 있다.</a:t>
            </a:r>
          </a:p>
          <a:p/>
          <a:p>
            <a:r>
              <a:t>기획 메모</a:t>
            </a:r>
          </a:p>
          <a:p>
            <a:r>
              <a:t>기본 루틴과 오늘만 변경을 분리해 일상 변동에 대응한다. 이 의도는 설계 가설이며 사용자 조사나 효과 측정 결과는 아니다.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흐름: 한 번 구성하고, 매일 가볍게 실행</a:t>
            </a:r>
          </a:p>
          <a:p>
            <a:r>
              <a:t>01 구성</a:t>
            </a:r>
          </a:p>
          <a:p>
            <a:r>
              <a:t>내 루틴에서 이름·시작 예정 시간·모듈을 설정한다. 모듈당 1~30분, 드래그로 순서를 바꾸고 여러 루틴을 저장한다.</a:t>
            </a:r>
          </a:p>
          <a:p/>
          <a:p>
            <a:r>
              <a:t>02 실행</a:t>
            </a:r>
          </a:p>
          <a:p>
            <a:r>
              <a:t>오늘 화면에서 수동 시작하거나 모바일 모닝콜 알림으로 연결 루틴을 실행한다. 오늘만 변경은 수동 실행에 적용된다.</a:t>
            </a:r>
          </a:p>
          <a:p/>
          <a:p>
            <a:r>
              <a:t>03 회고</a:t>
            </a:r>
          </a:p>
          <a:p>
            <a:r>
              <a:t>일시정지·재개 후 끝까지 마친 루틴을 기록한다. 중단·건너뛰기는 완료에서 제외하고 실제 진행 시간을 집계한다.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화면·상태 구현: 구성과 실행을 분리한 앱 구조</a:t>
            </a:r>
          </a:p>
          <a:p>
            <a:r>
              <a:t>화면</a:t>
            </a:r>
          </a:p>
          <a:p>
            <a:r>
              <a:t>오늘·내 루틴·기록·모닝콜·설정 메뉴. ModuleDial의 반원 다이얼, 모드별 이미지, 접히는 설정 카드와 캐릭터 애니메이션.</a:t>
            </a:r>
          </a:p>
          <a:p/>
          <a:p>
            <a:r>
              <a:t>상태·저장</a:t>
            </a:r>
          </a:p>
          <a:p>
            <a:r>
              <a:t>App.tsx에서 저장 루틴·오늘 변경·편집 초안·실행 세션을 구분한다. AsyncStorage에 루틴·기록·RSS 목록을 저장한다.</a:t>
            </a:r>
          </a:p>
          <a:p/>
          <a:p>
            <a:r>
              <a:t>실행 제어</a:t>
            </a:r>
          </a:p>
          <a:p>
            <a:r>
              <a:t>모듈 순서·남은 시간·일시정지 시간을 관리한다. 완료 기록은 일시정지 시간을 제외하며 한국 시간 달력으로 표시한다.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콘텐츠·오디오 구현: 직접 작성한 레슨과 공개 RSS 연결</a:t>
            </a:r>
          </a:p>
          <a:p>
            <a:r>
              <a:t>뉴스·외국어</a:t>
            </a:r>
          </a:p>
          <a:p>
            <a:r>
              <a:t>뉴시스 RSS 제목·소개문을 읽는다. 기사 전문 수집·AI 요약은 구현하지 않았다. 4개 언어 × 3단계의 기본 레슨 12개를 제공한다.</a:t>
            </a:r>
          </a:p>
          <a:p/>
          <a:p>
            <a:r>
              <a:t>팟캐스트</a:t>
            </a:r>
          </a:p>
          <a:p>
            <a:r>
              <a:t>공개 HTTPS 오디오 RSS 등록·선택, 원본 오디오 재생, 이어 듣기 위치 저장. Luke 피드는 웹 읽기 제한 시 날짜가 표시된 스냅샷을 사용한다.</a:t>
            </a:r>
          </a:p>
          <a:p/>
          <a:p>
            <a:r>
              <a:t>음성</a:t>
            </a:r>
          </a:p>
          <a:p>
            <a:r>
              <a:t>기기 TTS와 언어별 음성 선택. 선택 기능인 클라우드 TTS는 별도 서버가 OpenAI tts-1-hd에 요청하며 Nova·Onyx를 지원한다.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파일: 기능별 책임과 기술 구성</a:t>
            </a:r>
          </a:p>
          <a:p>
            <a:r>
              <a:t>화면·루틴</a:t>
            </a:r>
          </a:p>
          <a:p>
            <a:r>
              <a:t>App.tsx / src/ModuleDial.tsx / src/ReorderableModules.tsx / src/TimeStepper.tsx / src/RecordsScreen.tsx</a:t>
            </a:r>
          </a:p>
          <a:p/>
          <a:p>
            <a:r>
              <a:t>콘텐츠·알림</a:t>
            </a:r>
          </a:p>
          <a:p>
            <a:r>
              <a:t>src/news.ts / src/podcasts.ts / src/PodcastPlayer.tsx / src/language-lessons.ts / src/alarm.ts / src/alarm.web.ts</a:t>
            </a:r>
          </a:p>
          <a:p/>
          <a:p>
            <a:r>
              <a:t>음성·기술</a:t>
            </a:r>
          </a:p>
          <a:p>
            <a:r>
              <a:t>src/voice.ts / src/cloud-voice.ts / server/tts.mjs. Expo 57, React Native 0.86, React 19, TypeScript 6, expo-audio·speech·notifications.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최근 개선·검증: 재현한 오류를 수정하고 회귀 검사 추가</a:t>
            </a:r>
          </a:p>
          <a:p>
            <a:r>
              <a:t>개선 내용</a:t>
            </a:r>
          </a:p>
          <a:p>
            <a:r>
              <a:t>모닝콜의 오늘 화면 복귀 오류, 잘못 저장된 기록의 화면 오류, 클라우드 사용 시 기기 음성 목록 누락을 수정했다. 실행되지 않는 안내 분기와 오래된 설명을 삭제했다.</a:t>
            </a:r>
          </a:p>
          <a:p/>
          <a:p>
            <a:r>
              <a:t>자동 검증</a:t>
            </a:r>
          </a:p>
          <a:p>
            <a:r>
              <a:t>2026-10-14 작업 기준: 타입 검사, 테스트 38개, web·iOS·Android 번들 내보내기 통과. 기준 커밋 3e9e31a.</a:t>
            </a:r>
          </a:p>
          <a:p/>
          <a:p>
            <a:r>
              <a:t>브라우저 검증</a:t>
            </a:r>
          </a:p>
          <a:p>
            <a:r>
              <a:t>루틴 생성·저장·삭제, 모닝콜 설정 저장, 오늘만 변경의 저장 분리, 일시정지·재개·완료 기록을 확인했다. 타이머 완료 검증은 가상 시간으로 수행했다.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한계·다음 단계: 모바일 실사용 검증과 운영 준비</a:t>
            </a:r>
          </a:p>
          <a:p>
            <a:r>
              <a:t>모바일</a:t>
            </a:r>
          </a:p>
          <a:p>
            <a:r>
              <a:t>모닝콜은 OS 예약 알림이다. 웹은 설정만 저장한다. 실기기의 잠금 화면·무음/집중 모드·권한·오디오 인터럽트·장시간 백그라운드 전환은 추가 검증이 필요하다.</a:t>
            </a:r>
          </a:p>
          <a:p/>
          <a:p>
            <a:r>
              <a:t>외부 연결</a:t>
            </a:r>
          </a:p>
          <a:p>
            <a:r>
              <a:t>해당 작업에서 실시간 RSS 요청은 네트워크 정책으로 차단됐다. 클라우드 TTS는 연결 코드와 요청 거부 테스트를 검증했으며 실제 생성·청취는 미검증이다.</a:t>
            </a:r>
          </a:p>
          <a:p/>
          <a:p>
            <a:r>
              <a:t>개발 우선순위</a:t>
            </a:r>
          </a:p>
          <a:p>
            <a:r>
              <a:t>실기기 알림·재생 검증 → 백그라운드 재생 엔진과 콘텐츠 사전 준비 → 외부 피드·음성 연결 확인 → 사용자별 인증·사용량 제한·모니터링.</a:t>
            </a:r>
          </a:p>
          <a:p/>
          <a:p>
            <a:r>
              <a:t>검증 기록은 2026-10-14 기준. 실기기와 외부 서비스 연결은 별도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01 /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1000232" cy="5166360"/>
          </a:xfrm>
          <a:prstGeom prst="roundRect">
            <a:avLst/>
          </a:prstGeom>
          <a:solidFill>
            <a:srgbClr val="24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71600"/>
            <a:ext cx="9144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나만의 아침을</a:t>
            </a:r>
          </a:p>
          <a:p>
            <a:pPr>
              <a:spcAft>
                <a:spcPts val="900"/>
              </a:spcAft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조립하는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063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E6EEE1"/>
                </a:solidFill>
                <a:latin typeface="Noto Sans CJK KR"/>
              </a:defRPr>
            </a:pPr>
            <a:r>
              <a:t>모닝블록 · 모듈형 오디오 모닝 루틴 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931920"/>
            <a:ext cx="9144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컨셉 · 기획 의도 · 핵심 구현 · 검증과 후속 과제</a:t>
            </a:r>
          </a:p>
          <a:p>
            <a:pPr>
              <a:spcAft>
                <a:spcPts val="900"/>
              </a:spcAft>
              <a:defRPr sz="1900" b="0">
                <a:solidFill>
                  <a:srgbClr val="FFFFFF"/>
                </a:solidFill>
                <a:latin typeface="Noto Sans CJK KR"/>
              </a:defRPr>
            </a:pPr>
            <a:r>
              <a:t>직장인의 아침 준비를 음성 중심의 하나의 흐름으로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02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내 아침을 블록처럼 조립하다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한 문장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직장인이 원하는 시간과 순서로 모듈을 조합하고, 음성으로 따라가는 모닝 루틴 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목표 경험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예약 모닝콜 → 알림 터치 → 저장한 루틴 실행 → 화면을 오래 보지 않고 듣기 → 완료 기록.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서비스 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파스텔 색상과 블로키 캐릭터, 반원 다이얼로 부담 없이 작은 아침 습관을 시작한다.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기획 의도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03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바쁜 아침에 선택과 화면 조작을 줄이기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문제 가설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출근 준비 중 뉴스·학습·운동 앱을 오가면 흐름이 끊기고, 정해진 긴 루틴은 지속하기 어렵다.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설계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스트레칭·뉴스·외국어·명상·팟캐스트의 시간과 순서를 사용자가 조절한다. 낭독 모듈도 편집 화면에서 추가할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기획 메모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기본 루틴과 오늘만 변경을 분리해 일상 변동에 대응한다. 이 의도는 설계 가설이며 사용자 조사나 효과 측정 결과는 아니다.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사용자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04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한 번 구성하고, 매일 가볍게 실행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01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내 루틴에서 이름·시작 예정 시간·모듈을 설정한다. 모듈당 1~30분, 드래그로 순서를 바꾸고 여러 루틴을 저장한다.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02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오늘 화면에서 수동 시작하거나 모바일 모닝콜 알림으로 연결 루틴을 실행한다. 오늘만 변경은 수동 실행에 적용된다.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03 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일시정지·재개 후 끝까지 마친 루틴을 기록한다. 중단·건너뛰기는 완료에서 제외하고 실제 진행 시간을 집계한다.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화면·상태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05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구성과 실행을 분리한 앱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오늘·내 루틴·기록·모닝콜·설정 메뉴. ModuleDial의 반원 다이얼, 모드별 이미지, 접히는 설정 카드와 캐릭터 애니메이션.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상태·저장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App.tsx에서 저장 루틴·오늘 변경·편집 초안·실행 세션을 구분한다. AsyncStorage에 루틴·기록·RSS 목록을 저장한다.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실행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모듈 순서·남은 시간·일시정지 시간을 관리한다. 완료 기록은 일시정지 시간을 제외하며 한국 시간 달력으로 표시한다.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콘텐츠·오디오 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06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직접 작성한 레슨과 공개 RSS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뉴스·외국어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뉴시스 RSS 제목·소개문을 읽는다. 기사 전문 수집·AI 요약은 구현하지 않았다. 4개 언어 × 3단계의 기본 레슨 12개를 제공한다.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팟캐스트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공개 HTTPS 오디오 RSS 등록·선택, 원본 오디오 재생, 이어 듣기 위치 저장. Luke 피드는 웹 읽기 제한 시 날짜가 표시된 스냅샷을 사용한다.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음성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기기 TTS와 언어별 음성 선택. 선택 기능인 클라우드 TTS는 별도 서버가 OpenAI tts-1-hd에 요청하며 Nova·Onyx를 지원한다.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핵심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07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기능별 책임과 기술 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화면·루틴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52D2B"/>
                </a:solidFill>
                <a:latin typeface="Noto Sans CJK KR"/>
              </a:defRPr>
            </a:pPr>
            <a:r>
              <a:t>App.tsx / src/ModuleDial.tsx / src/ReorderableModules.tsx / src/TimeStepper.tsx / src/RecordsScreen.tsx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콘텐츠·알림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52D2B"/>
                </a:solidFill>
                <a:latin typeface="Noto Sans CJK KR"/>
              </a:defRPr>
            </a:pPr>
            <a:r>
              <a:t>src/news.ts / src/podcasts.ts / src/PodcastPlayer.tsx / src/language-lessons.ts / src/alarm.ts / src/alarm.web.ts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음성·기술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52D2B"/>
                </a:solidFill>
                <a:latin typeface="Noto Sans CJK KR"/>
              </a:defRPr>
            </a:pPr>
            <a:r>
              <a:t>src/voice.ts / src/cloud-voice.ts / server/tts.mjs. Expo 57, React Native 0.86, React 19, TypeScript 6, expo-audio·speech·notifications.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최근 개선·검증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08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재현한 오류를 수정하고 회귀 검사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개선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모닝콜의 오늘 화면 복귀 오류, 잘못 저장된 기록의 화면 오류, 클라우드 사용 시 기기 음성 목록 누락을 수정했다. 실행되지 않는 안내 분기와 오래된 설명을 삭제했다.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자동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2026-10-14 작업 기준: 타입 검사, 테스트 38개, web·iOS·Android 번들 내보내기 통과. 기준 커밋 3e9e31a.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브라우저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루틴 생성·저장·삭제, 모닝콜 설정 저장, 오늘만 변경의 저장 분리, 일시정지·재개·완료 기록을 확인했다. 타이머 완료 검증은 가상 시간으로 수행했다.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245C56"/>
                </a:solidFill>
                <a:latin typeface="Noto Sans CJK KR"/>
              </a:defRPr>
            </a:pPr>
            <a:r>
              <a:t>MORNINGBLOCK  /  한계·다음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6C67"/>
                </a:solidFill>
                <a:latin typeface="Noto Sans CJK KR"/>
              </a:defRPr>
            </a:pPr>
            <a:r>
              <a:t>프로젝트 기획·구현 메모 · 2026-10-15 · 기준 커밋 3e9e31a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626C67"/>
                </a:solidFill>
                <a:latin typeface="Noto Sans CJK KR"/>
              </a:defRPr>
            </a:pPr>
            <a:r>
              <a:t>09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245C56"/>
                </a:solidFill>
                <a:latin typeface="Noto Sans CJK KR"/>
              </a:defRPr>
            </a:pPr>
            <a:r>
              <a:t>모바일 실사용 검증과 운영 준비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7627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모바일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5798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모닝콜은 OS 예약 알림이다. 웹은 설정만 저장한다. 실기기의 잠금 화면·무음/집중 모드·권한·오디오 인터럽트·장시간 백그라운드 전환은 추가 검증이 필요하다.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0215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외부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8386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해당 작업에서 실시간 RSS 요청은 네트워크 정책으로 차단됐다. 클라우드 TTS는 연결 코드와 요청 거부 테스트를 검증했으며 실제 생성·청취는 미검증이다.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63440"/>
            <a:ext cx="11000232" cy="11612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28031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45C56"/>
                </a:solidFill>
                <a:latin typeface="Noto Sans CJK KR"/>
              </a:defRPr>
            </a:pPr>
            <a:r>
              <a:t>개발 우선순위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809744"/>
            <a:ext cx="8458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52D2B"/>
                </a:solidFill>
                <a:latin typeface="Noto Sans CJK KR"/>
              </a:defRPr>
            </a:pPr>
            <a:r>
              <a:t>실기기 알림·재생 검증 → 백그라운드 재생 엔진과 콘텐츠 사전 준비 → 외부 피드·음성 연결 확인 → 사용자별 인증·사용량 제한·모니터링.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모닝블록 프로젝트 기획·구현 메모</dc:title>
  <dc:subject>컨셉, 기획 의도, 핵심 구현과 검증 기록</dc:subject>
  <dc:creator>Morningblock project</dc:creator>
  <cp:keywords>모닝블록, 모닝루틴, Expo, 프로젝트 기획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